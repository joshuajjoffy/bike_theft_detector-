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Urbanis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regular.fntdata"/><Relationship Id="rId11" Type="http://schemas.openxmlformats.org/officeDocument/2006/relationships/slide" Target="slides/slide6.xml"/><Relationship Id="rId22" Type="http://schemas.openxmlformats.org/officeDocument/2006/relationships/font" Target="fonts/Urbanist-italic.fntdata"/><Relationship Id="rId10" Type="http://schemas.openxmlformats.org/officeDocument/2006/relationships/slide" Target="slides/slide5.xml"/><Relationship Id="rId21" Type="http://schemas.openxmlformats.org/officeDocument/2006/relationships/font" Target="fonts/Urbanis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Urbanis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cc6b578d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cc6b578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cc6b578dd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cc6b578d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d0ed4e834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d0ed4e83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cc6b578dd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cc6b578d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cc6b578dd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cc6b578d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cc6b578dd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cc6b578d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cc6b578dd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cc6b578d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cc6b578dd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cc6b578d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cc6b578dd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cc6b578d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cc6b578dd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cc6b578d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cc6b578dd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cc6b578d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cc6b578dd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cc6b578d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5.png"/><Relationship Id="rId10" Type="http://schemas.openxmlformats.org/officeDocument/2006/relationships/image" Target="../media/image20.png"/><Relationship Id="rId9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4.png"/><Relationship Id="rId7" Type="http://schemas.openxmlformats.org/officeDocument/2006/relationships/image" Target="../media/image10.png"/><Relationship Id="rId8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1251793"/>
            <a:ext cx="48006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Real-Time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Bicycle Theft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Detection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4628664"/>
            <a:ext cx="4572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Multi-Stage AI: From Object Detection to Intent Analysis on Edge Hardware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5946026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Joshua Joffy Arakkal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 December 3, 2025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ke this different that i other slides as make it more important becaue its the title side 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43750" r="0" t="0"/>
          <a:stretch/>
        </p:blipFill>
        <p:spPr>
          <a:xfrm>
            <a:off x="5315324" y="-3472"/>
            <a:ext cx="685751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 this the flow diagram should have a line from yolo11 object detection to theft  alert if weapons/tools are detected " id="104" name="Google Shape;1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4" name="Google Shape;1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29" name="Google Shape;12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39" name="Google Shape;1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25"/>
          <p:cNvPicPr preferRelativeResize="0"/>
          <p:nvPr/>
        </p:nvPicPr>
        <p:blipFill rotWithShape="1">
          <a:blip r:embed="rId3">
            <a:alphaModFix/>
          </a:blip>
          <a:srcRect b="11609" l="0" r="0" t="-11610"/>
          <a:stretch/>
        </p:blipFill>
        <p:spPr>
          <a:xfrm>
            <a:off x="0" y="16808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 txBox="1"/>
          <p:nvPr/>
        </p:nvSpPr>
        <p:spPr>
          <a:xfrm>
            <a:off x="571500" y="1002704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FF88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51" name="Google Shape;151;p25"/>
          <p:cNvSpPr/>
          <p:nvPr/>
        </p:nvSpPr>
        <p:spPr>
          <a:xfrm>
            <a:off x="571500" y="1777950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571500" y="1787475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FF88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53" name="Google Shape;153;p25"/>
          <p:cNvSpPr/>
          <p:nvPr/>
        </p:nvSpPr>
        <p:spPr>
          <a:xfrm>
            <a:off x="571500" y="2562721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5"/>
          <p:cNvSpPr txBox="1"/>
          <p:nvPr/>
        </p:nvSpPr>
        <p:spPr>
          <a:xfrm>
            <a:off x="571500" y="2572246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FF88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55" name="Google Shape;155;p25"/>
          <p:cNvSpPr/>
          <p:nvPr/>
        </p:nvSpPr>
        <p:spPr>
          <a:xfrm>
            <a:off x="571500" y="3347491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5"/>
          <p:cNvSpPr txBox="1"/>
          <p:nvPr/>
        </p:nvSpPr>
        <p:spPr>
          <a:xfrm>
            <a:off x="571500" y="3357016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FF88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57" name="Google Shape;157;p25"/>
          <p:cNvSpPr/>
          <p:nvPr/>
        </p:nvSpPr>
        <p:spPr>
          <a:xfrm>
            <a:off x="571500" y="4132262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5"/>
          <p:cNvSpPr txBox="1"/>
          <p:nvPr/>
        </p:nvSpPr>
        <p:spPr>
          <a:xfrm>
            <a:off x="571500" y="4141787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FF88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59" name="Google Shape;159;p25"/>
          <p:cNvSpPr/>
          <p:nvPr/>
        </p:nvSpPr>
        <p:spPr>
          <a:xfrm>
            <a:off x="571500" y="4917033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571500" y="4926558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FF88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pic>
        <p:nvPicPr>
          <p:cNvPr descr="image.png" id="161" name="Google Shape;16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5212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5"/>
          <p:cNvSpPr txBox="1"/>
          <p:nvPr/>
        </p:nvSpPr>
        <p:spPr>
          <a:xfrm>
            <a:off x="1666875" y="1145579"/>
            <a:ext cx="9953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https://sirixmonitoring.com/wp-content/uploads/2024/05/What-is-an-AI-surveillance-camera-1200x900.webp</a:t>
            </a:r>
            <a:endParaRPr/>
          </a:p>
        </p:txBody>
      </p:sp>
      <p:sp>
        <p:nvSpPr>
          <p:cNvPr id="163" name="Google Shape;163;p25"/>
          <p:cNvSpPr txBox="1"/>
          <p:nvPr/>
        </p:nvSpPr>
        <p:spPr>
          <a:xfrm>
            <a:off x="1666875" y="1391294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sirixmonitoring.com</a:t>
            </a:r>
            <a:endParaRPr/>
          </a:p>
        </p:txBody>
      </p:sp>
      <p:pic>
        <p:nvPicPr>
          <p:cNvPr descr="image.png" id="164" name="Google Shape;16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368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5"/>
          <p:cNvSpPr txBox="1"/>
          <p:nvPr/>
        </p:nvSpPr>
        <p:spPr>
          <a:xfrm>
            <a:off x="1666875" y="1930350"/>
            <a:ext cx="9953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https://images.squarespace-cdn.com/content/v1/63d40fe2cbd65e16cb8098b6/1677619217385-Z95RQ90R4W9P15JTDW2R/object%2Bdetection.png</a:t>
            </a:r>
            <a:endParaRPr/>
          </a:p>
        </p:txBody>
      </p:sp>
      <p:sp>
        <p:nvSpPr>
          <p:cNvPr id="166" name="Google Shape;166;p25"/>
          <p:cNvSpPr txBox="1"/>
          <p:nvPr/>
        </p:nvSpPr>
        <p:spPr>
          <a:xfrm>
            <a:off x="1666875" y="2176065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www.inspiritai.com</a:t>
            </a:r>
            <a:endParaRPr/>
          </a:p>
        </p:txBody>
      </p:sp>
      <p:pic>
        <p:nvPicPr>
          <p:cNvPr descr="image.png" id="167" name="Google Shape;16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216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 txBox="1"/>
          <p:nvPr/>
        </p:nvSpPr>
        <p:spPr>
          <a:xfrm>
            <a:off x="1666875" y="2715121"/>
            <a:ext cx="9953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https://pub.mdpi-res.com/drones/drones-06-00410/article_deploy/html/images/drones-06-00410-g001.png?1680768884</a:t>
            </a:r>
            <a:endParaRPr/>
          </a:p>
        </p:txBody>
      </p:sp>
      <p:sp>
        <p:nvSpPr>
          <p:cNvPr id="169" name="Google Shape;169;p25"/>
          <p:cNvSpPr txBox="1"/>
          <p:nvPr/>
        </p:nvSpPr>
        <p:spPr>
          <a:xfrm>
            <a:off x="1666875" y="2960836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www.mdpi.com</a:t>
            </a:r>
            <a:endParaRPr/>
          </a:p>
        </p:txBody>
      </p:sp>
      <p:pic>
        <p:nvPicPr>
          <p:cNvPr descr="image.png" id="170" name="Google Shape;17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50644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5"/>
          <p:cNvSpPr txBox="1"/>
          <p:nvPr/>
        </p:nvSpPr>
        <p:spPr>
          <a:xfrm>
            <a:off x="1666875" y="3499891"/>
            <a:ext cx="9953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https://pubs.rsna.org/cms/10.1148/radiol.251458/asset/images/radiol.251458.va.jpg</a:t>
            </a:r>
            <a:endParaRPr/>
          </a:p>
        </p:txBody>
      </p:sp>
      <p:sp>
        <p:nvSpPr>
          <p:cNvPr id="172" name="Google Shape;172;p25"/>
          <p:cNvSpPr txBox="1"/>
          <p:nvPr/>
        </p:nvSpPr>
        <p:spPr>
          <a:xfrm>
            <a:off x="1666875" y="3745607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pubs.rsna.org</a:t>
            </a:r>
            <a:endParaRPr/>
          </a:p>
        </p:txBody>
      </p:sp>
      <p:pic>
        <p:nvPicPr>
          <p:cNvPr descr="image.png" id="173" name="Google Shape;173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29121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5"/>
          <p:cNvSpPr txBox="1"/>
          <p:nvPr/>
        </p:nvSpPr>
        <p:spPr>
          <a:xfrm>
            <a:off x="1666875" y="4284662"/>
            <a:ext cx="9953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https://pub.mdpi-res.com/algorithms/algorithms-18-00385/article_deploy/html/images/algorithms-18-00385-g001.png?1750852947</a:t>
            </a:r>
            <a:endParaRPr/>
          </a:p>
        </p:txBody>
      </p:sp>
      <p:sp>
        <p:nvSpPr>
          <p:cNvPr id="175" name="Google Shape;175;p25"/>
          <p:cNvSpPr txBox="1"/>
          <p:nvPr/>
        </p:nvSpPr>
        <p:spPr>
          <a:xfrm>
            <a:off x="1666875" y="4530377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www.mdpi.com</a:t>
            </a:r>
            <a:endParaRPr/>
          </a:p>
        </p:txBody>
      </p:sp>
      <p:pic>
        <p:nvPicPr>
          <p:cNvPr descr="image.png" id="176" name="Google Shape;176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1751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5"/>
          <p:cNvSpPr txBox="1"/>
          <p:nvPr/>
        </p:nvSpPr>
        <p:spPr>
          <a:xfrm>
            <a:off x="1666875" y="5069433"/>
            <a:ext cx="9953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https://media.istockphoto.com/id/1142860866/vector/abstract-tech-bg-with-lock-access-protection.jpg?s=612x612&amp;w=0&amp;k=20&amp;c=yCNHKMSKxlgi8iuG2BTu9pyMuil8sDHe_Yf_bXi8zMQ=</a:t>
            </a:r>
            <a:endParaRPr/>
          </a:p>
        </p:txBody>
      </p:sp>
      <p:sp>
        <p:nvSpPr>
          <p:cNvPr id="178" name="Google Shape;178;p25"/>
          <p:cNvSpPr txBox="1"/>
          <p:nvPr/>
        </p:nvSpPr>
        <p:spPr>
          <a:xfrm>
            <a:off x="1666875" y="5513238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  <p:sp>
        <p:nvSpPr>
          <p:cNvPr id="179" name="Google Shape;179;p25"/>
          <p:cNvSpPr txBox="1"/>
          <p:nvPr/>
        </p:nvSpPr>
        <p:spPr>
          <a:xfrm>
            <a:off x="571500" y="323254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Image Sources / </a:t>
            </a:r>
            <a:r>
              <a:rPr b="1" lang="en-US" sz="36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Reference</a:t>
            </a:r>
            <a:endParaRPr/>
          </a:p>
        </p:txBody>
      </p:sp>
      <p:sp>
        <p:nvSpPr>
          <p:cNvPr id="180" name="Google Shape;180;p25"/>
          <p:cNvSpPr txBox="1"/>
          <p:nvPr/>
        </p:nvSpPr>
        <p:spPr>
          <a:xfrm>
            <a:off x="571500" y="5715586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FF88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pic>
        <p:nvPicPr>
          <p:cNvPr descr="image.png" id="181" name="Google Shape;181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586501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5"/>
          <p:cNvSpPr txBox="1"/>
          <p:nvPr/>
        </p:nvSpPr>
        <p:spPr>
          <a:xfrm>
            <a:off x="1666875" y="5858461"/>
            <a:ext cx="9953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https://tnstatic.net/attachments/upload_2022-5-15_18-1-8-jpg.740705/</a:t>
            </a:r>
            <a:endParaRPr/>
          </a:p>
        </p:txBody>
      </p:sp>
      <p:sp>
        <p:nvSpPr>
          <p:cNvPr id="183" name="Google Shape;183;p25"/>
          <p:cNvSpPr txBox="1"/>
          <p:nvPr/>
        </p:nvSpPr>
        <p:spPr>
          <a:xfrm>
            <a:off x="1666875" y="6104176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www.tundras.com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thank you silde and say be safe and keep ur bike safe " id="188" name="Google Shape;18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